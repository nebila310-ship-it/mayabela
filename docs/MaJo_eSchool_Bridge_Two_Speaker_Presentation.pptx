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“Good morning/afternoon everyone. My name is Artist Desalegn Hailu, CEO of MaJo-Bridge Technology PLC. Today, we are pleased to introduce MaJo e-School Bridge — connecting schools, teachers, students, parents, and transport handlers in one integrated system, with clear roles for leadership, academics, finance, HR, and quality.”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lists challenges, then: “We identified these challenges and asked a simple question: How can technology make school management easier, smarter, and more connected?”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“Our answer is MaJo e-School Bridge.” Five connections: School, Teachers, Students, Parents, Transport. Mention leadership roles briefly — Deputy will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“Our vision is to help transform traditional schools into smart, connected, and data-driven educational institutions.”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covers why MaJo, then hands over to Deputy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five portals — School Admin, Teachers, Students, Parents, Transport Handler. Next slide: leadership roles inside the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Emphasize Section Directors, Student Affairs, QA, Finance, HR — each role sees only what they should. This is how MaJo supports real school leadership, not a flat “admin”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dashboard + remind that Section Directors / Student Affairs / QA / Finance / HR are not missing — they are permissioned roles inside MaJo.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Teachers left, Students right — keep it brisk.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“Instead of waiting for a report or visiting the school, parents can stay informed directly through the platform.”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Transport Handler is a full fifth user — not an afterthought. “Student transportation becomes more transparent and easier to monitor.”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“MaJo is not only designed for today’s schools. We are building toward an AI-powered future…”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quick checklist of school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“MaJo is designed not only as a technology platform, but also as a sustainable business solution for schools.” Then hand back to CEO.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returns: “We believe the future of education is connected, digital, and intelligent…” Formula: Technology + Education + Partnership = Better Schools.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walk Phase 1 → 5 quickly; emphasize you are delivering Phase 1–2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close: bridge message → smarter/connected/accessible → invite partners. Then Q&amp;A with Deputy.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Management &amp; Digital Learning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Desalegn Hailu  ·  CEO, MaJo-Bridge Technology PLC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Deputy Manager  ·  Executive briefing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 Artist Desalegn Hailu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schools need a better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271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Paper-heavy operations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16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admin still runs on paper.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271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5800" y="19202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communication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5800" y="2331720"/>
            <a:ext cx="316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wait for updates from school.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691640"/>
            <a:ext cx="36271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5800" y="19202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5800" y="2331720"/>
            <a:ext cx="316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lives in many places.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6271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1480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526280"/>
            <a:ext cx="316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progress is hard to see clearly.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67200" y="3886200"/>
            <a:ext cx="36271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5800" y="411480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transport visibility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95800" y="4526280"/>
            <a:ext cx="316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bus safety need better monitoring.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77200" y="3886200"/>
            <a:ext cx="36271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5800" y="411480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05800" y="4526280"/>
            <a:ext cx="316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technology make schools easier, smarter, and more connected?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 Artist Desalegn Hailu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Five connections.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4920" y="228600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06640" y="228600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38360" y="228600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0B3D4A"/>
          </a:solidFill>
          <a:ln/>
        </p:spPr>
      </p:sp>
      <p:sp>
        <p:nvSpPr>
          <p:cNvPr id="17" name="Text 15"/>
          <p:cNvSpPr/>
          <p:nvPr/>
        </p:nvSpPr>
        <p:spPr>
          <a:xfrm>
            <a:off x="973836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connects schools, teachers, students, parents — and transport handlers — in one digital platform.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dedicated leadership roles: Section Directors · Student Affairs · Quality Assurance · Finance · HR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 Artist Desalegn Hailu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FFB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traditional schools into smart, connected,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data-driven educational institutions.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6271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832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management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67200" y="3154680"/>
            <a:ext cx="36271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5800" y="33832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7200" y="3154680"/>
            <a:ext cx="36271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5800" y="33832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learning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36271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80060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67200" y="4572000"/>
            <a:ext cx="36271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5800" y="480060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student experience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77200" y="4572000"/>
            <a:ext cx="36271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5800" y="480060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school community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 Artist Desalegn Hailu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MaJo?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platform different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271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platform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67200" y="1737360"/>
            <a:ext cx="36271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800" y="196596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access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737360"/>
            <a:ext cx="36271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5800" y="196596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information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271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204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67200" y="3291840"/>
            <a:ext cx="36271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800" y="35204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efficiency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77200" y="3291840"/>
            <a:ext cx="36271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35204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any school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1206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TO DEPUTY MANAGER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“Now I invite our Deputy Manager to explain how MaJo works and the key services it provides.”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MaJo Works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user portals. One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137160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Administration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02996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school from one dashboard.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14600"/>
            <a:ext cx="137160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89864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grades, assignments, communication.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137160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747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76732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materials, assignments, exams, results.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51960"/>
            <a:ext cx="137160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43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63600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progress, fees, transport updates.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20640"/>
            <a:ext cx="13716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12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Handler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50468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app, routes, live bus, pickup/drop-off.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Support Roles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teachers — the whole school team has clear authority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91640"/>
            <a:ext cx="370332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Directors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sections, teacher assignment, academic oversight, grade approval.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91640"/>
            <a:ext cx="370332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5603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welfare, discipline support, transfers, student services.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69164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691640"/>
            <a:ext cx="370332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5603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quality checks, findings, standards, continuous improvement.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54580" y="384048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4580" y="3840480"/>
            <a:ext cx="370332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2583180" y="4160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83180" y="47091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visibility, financial reports, accountable school money flow.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0780" y="384048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0780" y="3840480"/>
            <a:ext cx="370332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69380" y="4160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69380" y="47091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teacher accounts, hiring support, role-based access.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— with role-based leadership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14700" y="17373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300" y="19659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659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29700" y="17373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8300" y="19659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&amp; grades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661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14700" y="33375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3300" y="35661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calendar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5661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29700" y="3337560"/>
            <a:ext cx="26746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8300" y="3566160"/>
            <a:ext cx="221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HR controls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166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school. Many controlled roles — Section Directors, Student Affairs, Quality Assurance, Finance, and HR work in the same system with the right permissions.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&amp; Student Services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Digital attendance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Assignments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Online quizzes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Grade 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 tracking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Parent communication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Digital learning resources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Assignments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Quizzes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Academic results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School announcements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Connected learning access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Application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 without waiting for a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271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attendance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67200" y="1737360"/>
            <a:ext cx="36271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800" y="196596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academic performance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737360"/>
            <a:ext cx="36271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5800" y="196596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announcements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6271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0332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communication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67200" y="3474720"/>
            <a:ext cx="36271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800" y="370332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notifications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77200" y="3474720"/>
            <a:ext cx="36271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370332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transportation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stay informed directly through the platform — no need to wait or visit the school.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Handler Portal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fifth user — drivers connected to school and parents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0B3D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1965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Handler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965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5508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0B3D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0" y="1965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28116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0B3D4A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36271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918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driver app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67200" y="3063240"/>
            <a:ext cx="36271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5800" y="32918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live tracking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77200" y="3063240"/>
            <a:ext cx="36271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5800" y="32918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management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36271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548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/ drop-off monitoring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67200" y="4526280"/>
            <a:ext cx="36271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5800" y="47548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notifications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77200" y="4526280"/>
            <a:ext cx="36271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5800" y="47548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transparent transport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today — ready for tomorrow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student learning.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659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Teachers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for classroom work.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Parents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and clear updates.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8862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Academic 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42976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school decisions.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that supports teachers, parents, and students in better educational decisions.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Schools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Reduce paperwork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449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Save time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965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Improve communication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480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Improve transparency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993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Monitor student performance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0449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Improve parent engagement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0965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Make data-driven decisions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Deputy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Partnership Opportunity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+ sustainable value for schools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271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67200" y="1783080"/>
            <a:ext cx="36271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800" y="20116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 opportunities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783080"/>
            <a:ext cx="36271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5800" y="20116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competitiveness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6271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404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parent engagement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67200" y="3611880"/>
            <a:ext cx="36271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800" y="38404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technology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77200" y="3611880"/>
            <a:ext cx="36271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38404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digital records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is a technology platform — and a sustainable business solution for schools.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 Artist Desalegn Hailu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MaJo?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8288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education is connected, digital, and intelligent.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gives schools the opportunity to begin that transformation today.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4526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4114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0B3D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4526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4526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235440" y="4114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Schools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 Artist Desalegn Hailu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Roadmap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874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56032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Teacher Digital Services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42900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6118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Learning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429768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4480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516636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5349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65760" y="6537960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e-School Bridge  ·  MaJo-Bridge Technology PLC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CEO 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is more than an application.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bridge.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schools, teachers, students, parents, and transport handlers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Section Directors, Student Affairs, QA, Finance, and HR working as one team.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make education smarter, more connected, and more accessible.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schools, institutions, and strategic partners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us in building the future of education.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MaJo-Bridge Technology PLC  ·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 e-School Bridge — Executive Presentation</dc:title>
  <dc:subject>2-person CEO + Deputy Manager briefing</dc:subject>
  <dc:creator>MaJo-Bridge Technology PLC</dc:creator>
  <cp:lastModifiedBy>MaJo-Bridge Technology PLC</cp:lastModifiedBy>
  <cp:revision>1</cp:revision>
  <dcterms:created xsi:type="dcterms:W3CDTF">2026-08-10T19:35:20Z</dcterms:created>
  <dcterms:modified xsi:type="dcterms:W3CDTF">2026-08-10T19:35:20Z</dcterms:modified>
</cp:coreProperties>
</file>
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 opens with name/role verbally (not on slide). Introduce Majo Bridge Smart School Operating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CEO: short problem list → “easier, smarter, more connected.”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CEO: five portals + leadership roles (GM, Deputy, SD, SA, QA, Finance, HR, Procurement).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CEO: vision in one sentence, then six short pillars.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 handoff to Deputy Manager (spoken only).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five portals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roles + grade approve-before-publish + audit/permissions.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cover grade approval, transfers, inventory/library/reports, parent link, languages, Maya Assistant.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extras + parent link, exports, audit roles, school isolation — keep brisk.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benefits — include quality control, multi-campus, languages.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Deputy: intelligence is implemented. Pilot path. Hand back to CEO.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CEO: Technology + Education + Partnership = Better Schools.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CEO: all major capabilities are already implemented /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 close: languages, live URL, support contacts, thank you,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School Operating 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operating system for the whole school — academics, leadership, family &amp; transport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MaJo-Bridge Technology PLC  ·  Executive briefing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schools need a smarter operating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73177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Paper-heavy 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181051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still on paper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0410" y="1280160"/>
            <a:ext cx="273177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7570" y="146304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updates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90138" y="181051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wait for news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9340" y="1280160"/>
            <a:ext cx="273177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6500" y="146304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59068" y="181051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files, many truths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18270" y="1280160"/>
            <a:ext cx="273177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55430" y="146304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tracking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27998" y="181051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see progress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566160"/>
            <a:ext cx="273177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4904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gaps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" y="409651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safety unclear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80410" y="3566160"/>
            <a:ext cx="273177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7570" y="374904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roles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90138" y="409651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→ HR not connected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49340" y="3566160"/>
            <a:ext cx="273177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6500" y="374904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hub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59068" y="409651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events lost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18270" y="3566160"/>
            <a:ext cx="273177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5430" y="374904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27998" y="409651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connect it all?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20040" y="653796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Smart School Operating System  ·  MaJo-Bridge Technology PLC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Smart School Operating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connections in one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164592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74920" y="164592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06640" y="164592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738360" y="164592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0B3D4A"/>
          </a:solidFill>
          <a:ln/>
        </p:spPr>
      </p:sp>
      <p:sp>
        <p:nvSpPr>
          <p:cNvPr id="15" name="Text 13"/>
          <p:cNvSpPr/>
          <p:nvPr/>
        </p:nvSpPr>
        <p:spPr>
          <a:xfrm>
            <a:off x="973836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" y="315468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inside the same system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3520440"/>
            <a:ext cx="273177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4048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Manager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80410" y="3520440"/>
            <a:ext cx="273177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7570" y="384048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Manager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49340" y="3520440"/>
            <a:ext cx="273177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6500" y="384048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Directors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18270" y="3520440"/>
            <a:ext cx="273177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5430" y="384048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Affairs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754880"/>
            <a:ext cx="273177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07492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80410" y="4754880"/>
            <a:ext cx="273177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7570" y="507492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49340" y="4754880"/>
            <a:ext cx="273177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6500" y="507492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018270" y="4754880"/>
            <a:ext cx="273177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55430" y="507492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20040" y="653796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Smart School Operating System  ·  MaJo-Bridge Technology PLC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11338560" cy="1371600"/>
          </a:xfrm>
          <a:prstGeom prst="roundRect">
            <a:avLst>
              <a:gd name="adj" fmla="val 6667"/>
            </a:avLst>
          </a:prstGeom>
          <a:solidFill>
            <a:srgbClr val="FFFB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traditional schools into smart, connected,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institutions — run like a modern organization.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3017520"/>
            <a:ext cx="368808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3756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operations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36720" y="3017520"/>
            <a:ext cx="368808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3880" y="333756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communication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61960" y="3017520"/>
            <a:ext cx="368808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9120" y="333756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learning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4434840"/>
            <a:ext cx="368808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75488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36720" y="4434840"/>
            <a:ext cx="368808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3880" y="475488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parent trust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1960" y="4434840"/>
            <a:ext cx="368808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9120" y="475488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transport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0040" y="653796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Smart School Operating System  ·  MaJo-Bridge Technology PLC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Majo Bridge?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operating system different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6880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41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1764792"/>
            <a:ext cx="3468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→ stores → bus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36720" y="1234440"/>
            <a:ext cx="36880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3880" y="1417320"/>
            <a:ext cx="341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6448" y="1764792"/>
            <a:ext cx="3468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family, drivers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61960" y="1234440"/>
            <a:ext cx="36880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9120" y="1417320"/>
            <a:ext cx="341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control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71688" y="1764792"/>
            <a:ext cx="3468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→ HR permissions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788920"/>
            <a:ext cx="36880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71800"/>
            <a:ext cx="341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before publish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" y="3319272"/>
            <a:ext cx="3468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only after OK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36720" y="2788920"/>
            <a:ext cx="36880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3880" y="2971800"/>
            <a:ext cx="341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አማርኛ · Afaan Oromo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6448" y="3319272"/>
            <a:ext cx="3468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Local-ready UX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61960" y="2788920"/>
            <a:ext cx="36880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9120" y="2971800"/>
            <a:ext cx="341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data isolation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71688" y="3319272"/>
            <a:ext cx="3468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school secured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572000"/>
            <a:ext cx="11338560" cy="1554480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800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5212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“Now our Deputy Manager will show how the system works — portals, leadership roles, and daily school services.”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320040" y="653796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Smart School Operating System  ·  MaJo-Bridge Technology PLC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user portals · one operating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11338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356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Admin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Whole-school control · multi-campus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2194560"/>
            <a:ext cx="113385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957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423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· timetable · grades · homework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3154680"/>
            <a:ext cx="11338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558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· submit · results · QR profile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" y="4114800"/>
            <a:ext cx="1133856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3159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link · progress · fees · bus · daily report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1480" y="5074920"/>
            <a:ext cx="11338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2760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Handler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5303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· live bus · pickup / drop-off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20040" y="653796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Smart School Operating System  ·  MaJo-Bridge Technology PLC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Operations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office has the right access — not one shared password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73177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Manager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176479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School-wide oversight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0410" y="1234440"/>
            <a:ext cx="273177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7570" y="141732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Manager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90138" y="176479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executive control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9340" y="1234440"/>
            <a:ext cx="273177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6500" y="141732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Directors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59068" y="176479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· teacher assign · grade approve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18270" y="1234440"/>
            <a:ext cx="273177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55430" y="141732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Affairs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27998" y="176479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· transfers · promotion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337560"/>
            <a:ext cx="273177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2044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" y="386791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· findings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80410" y="3337560"/>
            <a:ext cx="273177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7570" y="352044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90138" y="386791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· money visibility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49340" y="3337560"/>
            <a:ext cx="273177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6500" y="352044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59068" y="386791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· roles · access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18270" y="3337560"/>
            <a:ext cx="273177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5430" y="352044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27998" y="386791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· inventory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5349240"/>
            <a:ext cx="11338560" cy="822960"/>
          </a:xfrm>
          <a:prstGeom prst="roundRect">
            <a:avLst>
              <a:gd name="adj" fmla="val 8889"/>
            </a:avLst>
          </a:prstGeom>
          <a:solidFill>
            <a:srgbClr val="FFFBE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teachers enter grades → leadership approves → only then parents see results. Audit-ready role access — no shared passwords.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0040" y="653796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Smart School Operating System  ·  MaJo-Bridge Technology PLC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School Services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· teaching · family · transport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3703320" cy="4937760"/>
          </a:xfrm>
          <a:prstGeom prst="roundRect">
            <a:avLst>
              <a:gd name="adj" fmla="val 2469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Registration · multi-campus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Attendance · timetable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Grade approve → publish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Transfers · promotion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8920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Inventory · library · reports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188720"/>
            <a:ext cx="3703320" cy="4937760"/>
          </a:xfrm>
          <a:prstGeom prst="roundRect">
            <a:avLst>
              <a:gd name="adj" fmla="val 2469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371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&amp; Learn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26280" y="19659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Homework both sides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6974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Assignments · quizzes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34290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eBooks · materials sell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41605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Learning materials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48920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Maya Assistant (in-app)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83880" y="1188720"/>
            <a:ext cx="3703320" cy="4937760"/>
          </a:xfrm>
          <a:prstGeom prst="roundRect">
            <a:avLst>
              <a:gd name="adj" fmla="val 2469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371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&amp; Bus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0" y="19659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Secure parent–child link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26974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Daily activity report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34290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Fees · announcements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41605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bus tracking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0" y="48920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 / አማርኛ / Afaan Oromo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20040" y="653796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Smart School Operating System  ·  MaJo-Bridge Technology PLC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Built Into the 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· learning · trust — still one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73177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/ Video Gallery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171907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memories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0410" y="1188720"/>
            <a:ext cx="273177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7570" y="137160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Messaging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90138" y="171907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chat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9340" y="1188720"/>
            <a:ext cx="273177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6500" y="137160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59068" y="171907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channel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18270" y="1188720"/>
            <a:ext cx="273177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55430" y="137160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Events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27998" y="171907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schedule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926080"/>
            <a:ext cx="273177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0896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Upload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" y="345643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↔ Student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80410" y="2926080"/>
            <a:ext cx="273177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7570" y="310896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eBook &amp; eLearning Sell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90138" y="345643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materials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49340" y="2926080"/>
            <a:ext cx="273177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6500" y="310896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Parent Report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59068" y="345643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today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18270" y="2926080"/>
            <a:ext cx="273177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5430" y="310896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 + QR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27998" y="345643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ID &amp; access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663440"/>
            <a:ext cx="273177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84632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Parent Link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" y="519379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DOB · approved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80410" y="4663440"/>
            <a:ext cx="273177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7570" y="484632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Excel/PDF/CSV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90138" y="519379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reports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49340" y="4663440"/>
            <a:ext cx="273177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6500" y="484632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Staff Roles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59068" y="519379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do what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18270" y="4663440"/>
            <a:ext cx="273177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55430" y="484632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School Isolation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127998" y="519379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yours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320040" y="653796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Smart School Operating System  ·  MaJo-Bridge Technology PLC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for Schools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73177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paperwork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80410" y="1325880"/>
            <a:ext cx="273177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7570" y="164592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staff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49340" y="1325880"/>
            <a:ext cx="273177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86500" y="164592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communication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18270" y="1325880"/>
            <a:ext cx="273177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55430" y="164592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quality control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474720"/>
            <a:ext cx="273177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9476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parents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80410" y="3474720"/>
            <a:ext cx="273177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7570" y="379476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transport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9340" y="3474720"/>
            <a:ext cx="273177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6500" y="379476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Multi-campus ready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18270" y="3474720"/>
            <a:ext cx="273177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55430" y="3794760"/>
            <a:ext cx="24574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languages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20040" y="653796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Smart School Operating System  ·  MaJo-Bridge Technology PLC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Intelligence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· intelligence already in the 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73177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171907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school brand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0410" y="1188720"/>
            <a:ext cx="273177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7570" y="137160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competitiveness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90138" y="171907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parent trust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9340" y="1188720"/>
            <a:ext cx="273177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6500" y="137160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records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59068" y="171907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18270" y="1188720"/>
            <a:ext cx="273177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55430" y="137160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scale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27998" y="171907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one campus / grade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10896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474720"/>
            <a:ext cx="273177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5760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Assistant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" y="400507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in-app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80410" y="3474720"/>
            <a:ext cx="273177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7570" y="365760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support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90138" y="400507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49340" y="3474720"/>
            <a:ext cx="273177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6500" y="365760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Staff / Parents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59068" y="400507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18270" y="3474720"/>
            <a:ext cx="273177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55430" y="3657600"/>
            <a:ext cx="24574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27998" y="4005072"/>
            <a:ext cx="2512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20040" y="653796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Smart School Operating System  ·  MaJo-Bridge Technology PLC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Partner With Majo Bridge?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11338560" cy="1645920"/>
          </a:xfrm>
          <a:prstGeom prst="roundRect">
            <a:avLst>
              <a:gd name="adj" fmla="val 5556"/>
            </a:avLst>
          </a:prstGeom>
          <a:solidFill>
            <a:srgbClr val="FFFB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Education’s future is connected, digital, and intelligent.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lets schools start that transformation today.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3383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4160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3383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4160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3383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4160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89720" y="3383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9189720" y="4160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Schools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20040" y="653796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Smart School Operating System  ·  MaJo-Bridge Technology PLC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Implemented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future promise — live in the platform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28016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813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48132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OS &amp; leadership roles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219456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3957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39572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Parent, teacher &amp; transport services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280" y="310896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310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31012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learning &amp; eMaterials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97280" y="402336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2245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422452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in-app (deeper AI continues)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97280" y="493776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51389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0" y="513892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regional school rollout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20040" y="653796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Smart School Operating System  ·  MaJo-Bridge Technology PLC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 Bridge Smart School Operating System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an app.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 operating system.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· teachers · students · parents · transport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· Deputy · Section Directors · Student Affairs · QA · Finance · HR · Procurement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አማርኛ / Afaan Oromo   ·   Live: mayabela.pages.dev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+251 911 646 444   ·   majobridgetech@gmail.com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Smarter. More connected. More accessible. Let’s build it together.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Majo Bridge Smart School Operating System</dc:title>
  <dc:subject>Executive briefing — CEO + Deputy Manager</dc:subject>
  <dc:creator>MaJo-Bridge Technology PLC</dc:creator>
  <cp:lastModifiedBy>MaJo-Bridge Technology PLC</cp:lastModifiedBy>
  <cp:revision>1</cp:revision>
  <dcterms:created xsi:type="dcterms:W3CDTF">2026-08-10T20:11:39Z</dcterms:created>
  <dcterms:modified xsi:type="dcterms:W3CDTF">2026-08-10T20:11:39Z</dcterms:modified>
</cp:coreProperties>
</file>
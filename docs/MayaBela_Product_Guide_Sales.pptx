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Sales 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portal · Every role · Problems the school OS solves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Ethiopian schools · Web ERP + mobile · EN / አማርኛ / Afaan Oromo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https://mayabela.pages.dev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+251 911 646 444  ·  nabilmaya6464@gmail.com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what this deck covers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98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operating problem &amp; MayaBela OS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756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portals / channels — who, login, modules, value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880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teachers (Homeroom vs Subject)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30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657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EDUABA administration role — one by 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07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problems MayaBela solves for a school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84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212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included scope, go-live week, next steps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need a School Operating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lives in paper registers — late, incomplete, hard to audit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Grades stay in notebooks — parents chase report cards; early leaks happen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communication is WhatsApp chaos — no official trail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 boarding and location are unknown until a phone call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 balances are opaque until conflict arises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and purchases run on verbal orders and paper books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“admin” passwords — no least privilege across departments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Multi-campus or multi-school operators juggle separate spreadsheets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English-only tools shut out Amharic / Afaan Oromo 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as a School Operating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ID. Seven channels. Role-based access. Cloud isolation between schools.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Console provisions schools, pricing, seats, expiry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25146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ERP runs academics, people, finance view, store, transport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25146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mark attendance, enter grades, assign homework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students see published truth, fees, bus, messages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51960" y="384048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4709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scan boarding and share live GPS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840480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4709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accounts, forced password change, RBAC, audit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map — 7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527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(Maya owner)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385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ERP / School 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owner &amp; head admin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24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Staff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Finance, VP…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01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Homeroom &amp; Subject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95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Guardian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817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4663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(portal on)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675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Transport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8368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operators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5/44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1 — Platform Console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Multi-school control plane (not a school staff login)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only (hidden gesture + PIN). Never share PIN with schools.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→ tap logo 7× in 4s → enter owner PIN → Platform Console.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school in cloud (School ID, grades, campuses, logo)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rate/student/month, minimum bill, contracted seats, expiry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Issue school admin phone + unique temporary password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schools: Active / Expiring / Blocked / Needs attention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Onboarding checklist: logo → admin → student → parent → active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Enrollment / billable metrics and seat overage flags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Bulk SMS (e.g. renewals), audit log, CSV/JSON backup export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646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Maya Assistant for owner questions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Stops multi-school chaos of separate spreadsheets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Standardizes pricing &amp; subscription expiry per school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Gives clean admin credential handoff (not shared passwords)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Shows which schools are behind on onboarding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Alerts renewals before access becomes a surprise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Keeps owner control separate from school ERP logins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6/44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2 — Web ERP / School Admin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operating console for the school owner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owner / head admin (roleKey = admin). Full ERP access.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ID + phone/username + password. First login: forced password change (min 10 chars, no OTP).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Organization: Dashboard, School &amp; Campus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Academics: Academic Mgmt, Examinations &amp; Grade Approvals, Attendance, Classroom Teachers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 Services: Students, Student Affairs, Parent Link Approvals, Transfers &amp; Promotion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Branch: Finance dashboard, Inventory / Procurement / 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HR Branch: HR hub, Administration Staff Directory, Transport, Buses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Learning: Library, e-Books &amp; Materials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Communication: Announcements, Events &amp; Gallery, Calendar, Messages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646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QA, Reports (Excel/CSV/PDF), Role Permissions, Audit Log, System Health, Settings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Replaces paper/Excel department silos with one ERP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Defines who can do what via EDUABA Role Permissions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Stops grade leaks — approve → publish before parents see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Structures multi-campus operations under one School 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Centralizes people onboarding (students, teachers, staff)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Gives owner a single place for ops + reports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7/44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3 — Administration Staff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department accounts with least privilege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Non-classroom staff with EDUABA roles (Registrar, Finance, VP, Store…)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ID + phone/username + password → web ERP and/or mobile staff tiles filtered by permissions.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See only modules granted by their role allocation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chrome: dashboard, profile, settings, logout, Maya Assistant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Examples when granted: students, attendance, finance, inventory, transport,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approvals, parent approvals, HR, library, announcements, reports,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staff home mirrors permission-gated tiles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alongside classroom teachers without sharing owner 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Ends “everyone uses the admin password” culture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Least privilege — Finance cannot rewrite Role Permissions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Department accountability with named accounts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Executives can oversee without doing every data-entry task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87705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roles for school-specific job titles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8/44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4 — Teacher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operations for Homeroom and Subject teachers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teachers (Homeroom and/or Subject assignment).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Teacher · School ID + phone/username + password · forced first password change.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 classroom: classes, attendance, parent approvals (homeroom), student affairs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Teaching tools: homework, grades entry, timetable, learning materials, QR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Homeroom extras: gallery, create announcements/calendar items, leave decisions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Communication: messages, read announcements, calendar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Submit grades into the approval chain (not auto-visible to parents)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Maya Assistant + Settings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attendance registers → digital, auditable 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notebooks → structured entry into publish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Homeroom becomes class–home bridge for parent links &amp; leave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entry/exit supports gate control workflows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87705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Homework and materials reach parents/students digitally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9/44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5 — Parent / Guardian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family channel — not informal WhatsApp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guardians linked to one or more students.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Parent · School ID + phone + password. Sign-up: register + Student ID + DOB → pending until school approves.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Children hub: attendance, published grades, homework, learning materials, timetable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 updates: messages, announcements, calendar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Services: fees view, bus live map (Bus Link), student affairs / leave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Maya Assistant for guided help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Settings / language preference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See grades only after school approval &amp; publish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“Is my child at school?” → attendance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Report-card chase → published grades when 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 surprises → fees &amp; balance visibility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 anxiety → live map when transport is enabled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87705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Leave requests without endless phone calls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2062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Official messages instead of group-chat rumors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10/44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6 — Student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portal (school-configurable)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portal enabled by school (default minimum grade 7, configurable).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Student · School ID + username or Student ID + password (temp from school; forced change).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Profile, published grades, homework, learning materials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 attendance view, timetable, calendar, announcements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Messages only if school enables allowStudentMessaging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homework upload / report download / class rank (admin knobs)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Maya Assistant + Settings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can reset student passwords and portal settings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Lost homework slips → digital assignments &amp; materials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Opaque progress → student sees published grades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Age-appropriate access controlled by school settings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“ask a friend for the notes” friction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11/44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7 — Driver / Transport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On-the-road operations for bus safety visibility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drivers linked to a school bus (login role labeled Transport).  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ID + phone + password (temp issued by school). Must be linked to a bus.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Route view and passenger list for the assigned bus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 live GPS location while on route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1868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scan for onboard and pickup/discharge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Messages, read announcements, report issue, calendar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7705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Maya Assistant + Settings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2062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see live map when Bus Link is assigned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it solves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passenger lists → digital roster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“Did they board?” → QR onboard/discharge trail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“Where is the bus?” → live map for parents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Incident-only phone calls → in-app issue reporting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12/44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teacher types — Homeroom vs Subject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Homeroom teacher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a class section as home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for the class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5117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 approvals for the 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Gallery + create announcements/calendar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1927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Leave decisions &amp; behaviour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teacher dashboard tile 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Bridge between school office and families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3258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teacher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Teaches assigned subjects/classes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1671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on assigned classes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55117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Homework, materials, grades for subjects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93522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tools where 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31927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Restricted tiles by default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703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gallery / announce-create / parent-approvals unless also homeroom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0873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Feeds grades into approve → publish chain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13/44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workflow — protect parents from drafts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chain (configurable in Grade Workflow Settings)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class teacher enters 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go pending — not parent-visible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Director (or configured approver)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students see results; notify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14/44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EDUABA Administration Roles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is a permission template (EN / Amharic / Afaan Oromo labels).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owner can customize modules (except Full Access). Custom roles supported.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15/44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Full Access (School Owner)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ownerOnly · all permissions · not customizable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school’s accountable operator inside the ERP. Separate from the Platform Console PIN.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Web ERP including Role Permissions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Hire/manage staff &amp; classroom teachers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Campuses, academics, finance, inventory, transport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workflow &amp; student portal settings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Institution Management points to Platform Console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 &amp; system health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3600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modules and overrides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owner account without sharing Platform PIN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configure every department’s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End-to-end accountability for school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 place to set policy (grades, portal, campuses)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16/44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School 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· mostly read / report access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visibility without day-to-day editing rights.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students, staff, grades (as allocated)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finance reports &amp; departmental summaries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&amp;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 visibility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Read-heavy academic/student modules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Board needs insight without operational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Avoids “give board the admin password”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compliance and oversight meetings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17/44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General Manager / Deputy GM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cross-department approvals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oversight plus key approvals across the school.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Wide view across departments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transfers, grades, purchase &amp; issue requests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&amp; message parents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staff accounts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 (executive oversight)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Cross-department bottlenecks need an approver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Staffing decisions without owning every register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 visibility with action rights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18/44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Principal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leadership &amp; school communication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teaching &amp; learning without necessarily owning store/finance books.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students, staff, grades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grades &amp; transfers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classes, subjects, timetables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&amp; parent messaging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transport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Academic leadership needs control of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Official parent communication channel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Grade/transfer accountability at principal level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19/44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Vice Principal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VP hub (legacy: vice_principal)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operational visibility and manage rights across many modules.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students, staff, inventory, transport, grades, finance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transfers, grades, purchase &amp; issue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Learning materials + material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Manage/operate: examinations, academic, student affairs,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transfers, HR, classroom teachers, finance, transport,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attendance, parents, inventory, library, QA,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3600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&amp; parent messaging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 ops need a VP who can unblock many queues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Oversight of inventory + academics + parents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Backup capacity when Principal is unavailable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20/44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Section Director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grade approver · section academic 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section academics and the grade publish gate by default.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classes, subjects, teacher assignment, timetables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&amp; approve grades (publish path)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students; create transfers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Learning materials; parent link approvals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 student transport; message parents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Attendance, classroom teachers, events/calendar, library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Stops unreviewed marks reaching parents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Section-level academic coordination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 approvals close to the class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21/44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Student Affairs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leave, welfare coordination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student welfare workflows and parent-facing affairs messaging.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 Affairs module (manage)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View/manage students as allocated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links; create transfers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&amp; message parents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Discipline cases &amp; leave coordination screens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Behaviour cases leave sticky-note chaos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Leave requests become trackable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Welfare messaging without full academic rights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22/44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Registrar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promotion, parent-link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student register clean and promotions accurate.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Students module with enroll/manage rights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transfers; promote students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Message parents;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as allocated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Admissions backlog and messy IDs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Promotion season without spreadsheet disaster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linking without giving full ERP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23/44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Finance 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key: accountant · fee &amp; payment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fee visibility and payment recording; finance-side purchase approval.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fees &amp; record payments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reports &amp; dashboard views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 for billing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purchase requests (finance side)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inventory/transport where permitted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Message parents /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Opaque balances → clear collected/outstanding/overdue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recording with accountability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Purchase requests need finance eyes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can see fee status in their portal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24/44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Human Resource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teachers, employees, and transport unit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HR account for hire/deactivate and transport staffing.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staff accounts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HR hub &amp; teachers directory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Classroom teachers administration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buses/drivers &amp; assign student transport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students; support; message parents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Stops shared admin login for hiring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teacher/staff lifecycle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 unit staffing under HR/ops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25/44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Librarian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materials &amp; library access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curator of library catalog and e-materials access.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Library 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e-Books &amp; learning materials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Material access control for consumers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teachers/parents/students material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Scattered PDFs and lost books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Controlled access to school materials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accountable materials owner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26/44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Procurement 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key: procurement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buying — requests, suppliers, purchased items — not informal store orders.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purchase requests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suppliers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purchased items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issue requests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inventory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Verbal purchase chaos → request workflow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Supplier memory → recorded suppliers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Separation from pure store-keeping duties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27/44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Store Keeper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key: storekeeper · stock truth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receive/issue/adjust stock and store request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Receive, issue, and adjust stock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issue requests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Items, Stock In/Out, Student Issued, Classroom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Assets, Suppliers, Maintenance,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Purchase Requests &amp; Issue Requests sections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store book losses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Unknown classroom/student issued 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 stock movements with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28/44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Transport 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key: transport_admin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fleet, drivers, and student–bus linking for parent tracking.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buses and drivers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 student transport / Bus Link IDs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Transport dashboard &amp; buses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students/transport; message parents;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Fleet not tracked in one place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cannot see bus without Bus Link setup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Driver accounts tied to real buses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29/44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Quality Assurance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improvement plans, compliance visibility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QA findings without rewriting academic grades.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QA findings &amp; plans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students/staff/grades/departments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&amp; audit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read as allocated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Inspection findings lost in folders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Improvement plans become trackable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Oversight without grade-edit conflict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30/44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Staff (lightweight) &amp; Custom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staff account · plus school-defined custom_* roles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= light directory/support. Custom = owner-defined label + module checkboxes.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modules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Staff: view staff + support (+ baseline chrome)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Custom: any module bundle the owner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Labels can match school job titles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838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Permissions generated from selected modules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in web ERP + mobile staff tiles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74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role solves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 an account without operational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 titles that don’t match EDUABA names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98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 adaptation without new software builds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31/44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the School OS solves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themes — pain today vs MayaBela in product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32/44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Attendance integrity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registers go missing or get rewritten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Late marks after the day ends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cannot verify presence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 to produce attendance reports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Teachers mark digital attendance by class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entry/exit support where used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&amp; students can view attendance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attendance reports on web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33/44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Grades reach parents the right way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Marks stuck in teacher notebooks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hear results through rumor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Draft marks leak before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clear approver accountability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→ pending → approve/reject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Parents/students see published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 Section Director gate (configurable)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Notify on publish; auditability in workflow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34/44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Parent communication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 groups replace official channels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record of what school announced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Phone trees fail for leave/fees/bus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Office overloaded with repeat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 with role-gated create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In-app messaging by role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Calendar / events / gallery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portal + Maya Assistant guidance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35/44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Bus safety visibility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Unknown boarding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Parents anxious about 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passenger lists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Incidents only via phone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Driver QR onboard / discharge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GPS share on route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passenger roster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live map + Bus Link 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In-app issue reporting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36/44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Fee visibility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Balances unclear until conflict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shared view for families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 to see overdue vs collected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work stuck in ledgers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dashboard: collected / outstanding / overdue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 status table in ETB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Fees view in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Manager role with payment recording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Note: fee tracking — not a full accounting GL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37/44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Inventory &amp; procurement discipline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Verbal store 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Unknown stock levels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Classroom/student issues untracked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split between buyer and storekeeper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Purchase &amp; issue request workflows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 in/out, items, assets, suppliers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 issued &amp; classroom inventory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Procurement vs Store Keeper roles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reports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Multi-campus &amp; multi-school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Campuses run as separate Excel worlds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Operators juggle many school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Expiry and seats unmanaged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Onboarding state unknown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Campus Management inside the school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Console for many schools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Rate, seats, minimum, subscription expiry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Onboarding checklist &amp; expiry filters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school create so all devices see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39/44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Security, accounts &amp;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operating problem → MayaBela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passwords across staff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or never-changed temps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audit of who changed what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English-only barriers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MayaBela solves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Named accounts + EDUABA least privilege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 temps + forced first change (min 10)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OTP required for password change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logs; school isolation (RLS)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UI languages: English / Amharic / Afaan Oromo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 (ETB)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active/enrolled students only. Teachers, parents, drivers, and staff are not billed per seat.</a:t>
            </a:r>
            <a:endParaRPr lang="en-US" sz="1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45920"/>
          <a:ext cx="99669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active student / 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monthly bill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ETB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max(students × rate, minimum); 0 if no students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seats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cap; overage flagged in console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/ Standard / Campus+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≤150 / ≤500 / negotiated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quote option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months prepaid = 2 months courtesy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41/44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vs not included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 ERP + mobile/pilot APK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 isolation &amp; EDUABA RBAC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5117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Students, attendance, grade publish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Parent links, fees view, transport live 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1927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&amp; procurement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Excel/CSV/PDF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Announcements, messaging, Maya Assistant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7141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Console billing &amp; onboarding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85546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 temps + forced password 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3258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(unless contracted)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/ brand-new modules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1671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Biometric or on-site hardware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55117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SMS/voice carrier gateway fees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93522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 Store / App Store account fees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31927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SIS migrations beyond pilot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703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24/7 phone SLA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42/44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week — from empty school to parents online</a:t>
            </a:r>
            <a:endParaRPr lang="en-US" sz="2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875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Owner: create school in cloud · rate/seats/expiry · admin credentials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password change · campuses/classes · enroll students &amp; 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Teachers: attendance + enter grades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Approvers: publish grades · parents can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Parents: link children · fees · bus (if used)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PDF/Excel · inventory smoke if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checklist: logo → admin credentials → first student → first parent linked → school active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— see it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is the school OS that connects owner, admin, every staff role,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parents, students, and drivers — with publish controls,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and simple per-student ETB billing.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https://mayabela.pages.dev  (hard-refresh: Ctrl+Shift+R)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+251 911 646 444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nabilmaya6464@gmail.com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5074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Mon–Sat, 09:00–18:00 East Africa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5486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guide: docs/MayaBela_Product_Guide_Sales.pdf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MayaBela · Detailed Sales Guide · EN / አማርኛ / Afaan Oromo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MayaBela — Detailed Sales Presentation</dc:title>
  <dc:subject>Portals, roles, and problem-solving guide for school ERP sales</dc:subject>
  <dc:creator>MayaBela</dc:creator>
  <cp:lastModifiedBy>MayaBela</cp:lastModifiedBy>
  <cp:revision>1</cp:revision>
  <dcterms:created xsi:type="dcterms:W3CDTF">2026-08-09T19:40:40Z</dcterms:created>
  <dcterms:modified xsi:type="dcterms:W3CDTF">2026-08-09T19:40:40Z</dcterms:modified>
</cp:coreProperties>
</file>